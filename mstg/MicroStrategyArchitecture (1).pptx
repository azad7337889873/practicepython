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62" r:id="rId2"/>
    <p:sldId id="261" r:id="rId3"/>
    <p:sldId id="263" r:id="rId4"/>
    <p:sldId id="264" r:id="rId5"/>
    <p:sldId id="266" r:id="rId6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1" autoAdjust="0"/>
    <p:restoredTop sz="94660"/>
  </p:normalViewPr>
  <p:slideViewPr>
    <p:cSldViewPr snapToGrid="0">
      <p:cViewPr>
        <p:scale>
          <a:sx n="100" d="100"/>
          <a:sy n="100" d="100"/>
        </p:scale>
        <p:origin x="-414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40BE2E-C3FB-4A53-8DC9-D9CFB37CF8D9}" type="doc">
      <dgm:prSet loTypeId="urn:microsoft.com/office/officeart/2005/8/layout/hierarchy6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5CD5D4-268E-4947-A88E-2B65FC527CD7}">
      <dgm:prSet phldrT="[Text]"/>
      <dgm:spPr/>
      <dgm:t>
        <a:bodyPr/>
        <a:lstStyle/>
        <a:p>
          <a:r>
            <a:rPr lang="en-US" b="1" dirty="0" smtClean="0"/>
            <a:t>MicroStrategy Architecture</a:t>
          </a:r>
          <a:endParaRPr lang="en-US" b="1" dirty="0"/>
        </a:p>
      </dgm:t>
    </dgm:pt>
    <dgm:pt modelId="{6739B8F2-34FD-4F1D-8BEB-3A65CCE9447C}" type="parTrans" cxnId="{C7D66667-FD43-49D4-BAA5-CAED89E10437}">
      <dgm:prSet/>
      <dgm:spPr/>
      <dgm:t>
        <a:bodyPr/>
        <a:lstStyle/>
        <a:p>
          <a:endParaRPr lang="en-US"/>
        </a:p>
      </dgm:t>
    </dgm:pt>
    <dgm:pt modelId="{BFAE9F41-7E56-4C4C-BCE6-BA506E06469E}" type="sibTrans" cxnId="{C7D66667-FD43-49D4-BAA5-CAED89E10437}">
      <dgm:prSet/>
      <dgm:spPr/>
      <dgm:t>
        <a:bodyPr/>
        <a:lstStyle/>
        <a:p>
          <a:endParaRPr lang="en-US"/>
        </a:p>
      </dgm:t>
    </dgm:pt>
    <dgm:pt modelId="{60C485F7-5295-424A-ABE8-FCB7404513F9}">
      <dgm:prSet phldrT="[Text]"/>
      <dgm:spPr/>
      <dgm:t>
        <a:bodyPr/>
        <a:lstStyle/>
        <a:p>
          <a:r>
            <a:rPr lang="en-US" b="1" dirty="0" smtClean="0"/>
            <a:t>2-Tier</a:t>
          </a:r>
          <a:endParaRPr lang="en-US" b="1" dirty="0"/>
        </a:p>
      </dgm:t>
    </dgm:pt>
    <dgm:pt modelId="{923592B2-B21B-418D-AE85-19CBF047EEA8}" type="parTrans" cxnId="{DC5C484F-DCC5-4C9E-A32A-A4E19B2BD744}">
      <dgm:prSet/>
      <dgm:spPr/>
      <dgm:t>
        <a:bodyPr/>
        <a:lstStyle/>
        <a:p>
          <a:endParaRPr lang="en-US"/>
        </a:p>
      </dgm:t>
    </dgm:pt>
    <dgm:pt modelId="{E2FE1F48-4EE9-4208-B8DB-0C7CF1C9A536}" type="sibTrans" cxnId="{DC5C484F-DCC5-4C9E-A32A-A4E19B2BD744}">
      <dgm:prSet/>
      <dgm:spPr/>
      <dgm:t>
        <a:bodyPr/>
        <a:lstStyle/>
        <a:p>
          <a:endParaRPr lang="en-US"/>
        </a:p>
      </dgm:t>
    </dgm:pt>
    <dgm:pt modelId="{5CDF4749-C578-4346-803D-A8EDD592F91F}">
      <dgm:prSet phldrT="[Text]"/>
      <dgm:spPr/>
      <dgm:t>
        <a:bodyPr/>
        <a:lstStyle/>
        <a:p>
          <a:r>
            <a:rPr lang="en-US" b="1" dirty="0" smtClean="0"/>
            <a:t>3-Tier</a:t>
          </a:r>
          <a:endParaRPr lang="en-US" b="1" dirty="0"/>
        </a:p>
      </dgm:t>
    </dgm:pt>
    <dgm:pt modelId="{20094B33-A4CC-4D7D-920F-6942CACA9137}" type="parTrans" cxnId="{DBBE0518-7F9D-401E-954F-5B6CB58691B4}">
      <dgm:prSet/>
      <dgm:spPr/>
      <dgm:t>
        <a:bodyPr/>
        <a:lstStyle/>
        <a:p>
          <a:endParaRPr lang="en-US"/>
        </a:p>
      </dgm:t>
    </dgm:pt>
    <dgm:pt modelId="{FC19E4A1-6A02-4C31-8508-21E64FF71D4D}" type="sibTrans" cxnId="{DBBE0518-7F9D-401E-954F-5B6CB58691B4}">
      <dgm:prSet/>
      <dgm:spPr/>
      <dgm:t>
        <a:bodyPr/>
        <a:lstStyle/>
        <a:p>
          <a:endParaRPr lang="en-US"/>
        </a:p>
      </dgm:t>
    </dgm:pt>
    <dgm:pt modelId="{7F41FD66-B45B-415C-BE62-5E3DE3C50847}">
      <dgm:prSet/>
      <dgm:spPr/>
      <dgm:t>
        <a:bodyPr/>
        <a:lstStyle/>
        <a:p>
          <a:r>
            <a:rPr lang="en-US" b="1" dirty="0" smtClean="0"/>
            <a:t>4-Tier</a:t>
          </a:r>
          <a:endParaRPr lang="en-US" b="1" dirty="0"/>
        </a:p>
      </dgm:t>
    </dgm:pt>
    <dgm:pt modelId="{1D29D705-827D-4289-AFFE-219C81AF34D6}" type="parTrans" cxnId="{CC6DE1A6-8255-46C8-8031-6306BF2B6CF8}">
      <dgm:prSet/>
      <dgm:spPr/>
      <dgm:t>
        <a:bodyPr/>
        <a:lstStyle/>
        <a:p>
          <a:endParaRPr lang="en-US"/>
        </a:p>
      </dgm:t>
    </dgm:pt>
    <dgm:pt modelId="{BFD6543B-ACF7-4AFD-B4F7-254875012C0E}" type="sibTrans" cxnId="{CC6DE1A6-8255-46C8-8031-6306BF2B6CF8}">
      <dgm:prSet/>
      <dgm:spPr/>
      <dgm:t>
        <a:bodyPr/>
        <a:lstStyle/>
        <a:p>
          <a:endParaRPr lang="en-US"/>
        </a:p>
      </dgm:t>
    </dgm:pt>
    <dgm:pt modelId="{7096A027-7C4E-4DD9-96FE-4503E596378F}" type="pres">
      <dgm:prSet presAssocID="{1740BE2E-C3FB-4A53-8DC9-D9CFB37CF8D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5E582B3-DA7E-41C6-8398-3FA3C3BA340B}" type="pres">
      <dgm:prSet presAssocID="{1740BE2E-C3FB-4A53-8DC9-D9CFB37CF8D9}" presName="hierFlow" presStyleCnt="0"/>
      <dgm:spPr/>
    </dgm:pt>
    <dgm:pt modelId="{561084DE-57D7-4B36-BA67-2E7CD9758E7A}" type="pres">
      <dgm:prSet presAssocID="{1740BE2E-C3FB-4A53-8DC9-D9CFB37CF8D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2BC174C-9591-405A-AE0E-417944092BCA}" type="pres">
      <dgm:prSet presAssocID="{5E5CD5D4-268E-4947-A88E-2B65FC527CD7}" presName="Name14" presStyleCnt="0"/>
      <dgm:spPr/>
    </dgm:pt>
    <dgm:pt modelId="{2CA935C1-9771-4A2A-BF2A-A7C7F94C7120}" type="pres">
      <dgm:prSet presAssocID="{5E5CD5D4-268E-4947-A88E-2B65FC527CD7}" presName="level1Shape" presStyleLbl="node0" presStyleIdx="0" presStyleCnt="1" custScaleX="96123" custScaleY="446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52E54B-7EC6-40C3-A58F-F6E120DF7AEA}" type="pres">
      <dgm:prSet presAssocID="{5E5CD5D4-268E-4947-A88E-2B65FC527CD7}" presName="hierChild2" presStyleCnt="0"/>
      <dgm:spPr/>
    </dgm:pt>
    <dgm:pt modelId="{1B5137FE-44E3-43A0-82E9-53A3CA94F0BC}" type="pres">
      <dgm:prSet presAssocID="{923592B2-B21B-418D-AE85-19CBF047EEA8}" presName="Name19" presStyleLbl="parChTrans1D2" presStyleIdx="0" presStyleCnt="3"/>
      <dgm:spPr/>
      <dgm:t>
        <a:bodyPr/>
        <a:lstStyle/>
        <a:p>
          <a:endParaRPr lang="en-US"/>
        </a:p>
      </dgm:t>
    </dgm:pt>
    <dgm:pt modelId="{76B094B5-4A0D-428C-B314-B3CE69246C50}" type="pres">
      <dgm:prSet presAssocID="{60C485F7-5295-424A-ABE8-FCB7404513F9}" presName="Name21" presStyleCnt="0"/>
      <dgm:spPr/>
    </dgm:pt>
    <dgm:pt modelId="{C4A2B6EF-B08F-4F14-8828-00CA92D1BC83}" type="pres">
      <dgm:prSet presAssocID="{60C485F7-5295-424A-ABE8-FCB7404513F9}" presName="level2Shape" presStyleLbl="node2" presStyleIdx="0" presStyleCnt="3" custScaleX="76233" custScaleY="45777"/>
      <dgm:spPr/>
      <dgm:t>
        <a:bodyPr/>
        <a:lstStyle/>
        <a:p>
          <a:endParaRPr lang="en-US"/>
        </a:p>
      </dgm:t>
    </dgm:pt>
    <dgm:pt modelId="{6C7C895C-5B5F-4EBC-AC5A-9A73E7E6958C}" type="pres">
      <dgm:prSet presAssocID="{60C485F7-5295-424A-ABE8-FCB7404513F9}" presName="hierChild3" presStyleCnt="0"/>
      <dgm:spPr/>
    </dgm:pt>
    <dgm:pt modelId="{12A19DE8-BBBE-412B-9A39-E0C3785F24BD}" type="pres">
      <dgm:prSet presAssocID="{20094B33-A4CC-4D7D-920F-6942CACA9137}" presName="Name19" presStyleLbl="parChTrans1D2" presStyleIdx="1" presStyleCnt="3"/>
      <dgm:spPr/>
      <dgm:t>
        <a:bodyPr/>
        <a:lstStyle/>
        <a:p>
          <a:endParaRPr lang="en-US"/>
        </a:p>
      </dgm:t>
    </dgm:pt>
    <dgm:pt modelId="{B70CE4CE-DDB8-4E28-8697-E53A7E920262}" type="pres">
      <dgm:prSet presAssocID="{5CDF4749-C578-4346-803D-A8EDD592F91F}" presName="Name21" presStyleCnt="0"/>
      <dgm:spPr/>
    </dgm:pt>
    <dgm:pt modelId="{2BD4436E-C306-4ABA-97D6-A16201D5F500}" type="pres">
      <dgm:prSet presAssocID="{5CDF4749-C578-4346-803D-A8EDD592F91F}" presName="level2Shape" presStyleLbl="node2" presStyleIdx="1" presStyleCnt="3" custScaleX="71860" custScaleY="48017"/>
      <dgm:spPr/>
      <dgm:t>
        <a:bodyPr/>
        <a:lstStyle/>
        <a:p>
          <a:endParaRPr lang="en-US"/>
        </a:p>
      </dgm:t>
    </dgm:pt>
    <dgm:pt modelId="{0F996E9D-D8EB-4D3A-96E7-1F607E4E810B}" type="pres">
      <dgm:prSet presAssocID="{5CDF4749-C578-4346-803D-A8EDD592F91F}" presName="hierChild3" presStyleCnt="0"/>
      <dgm:spPr/>
    </dgm:pt>
    <dgm:pt modelId="{776C4C13-620B-402F-A06F-87E1786A3F64}" type="pres">
      <dgm:prSet presAssocID="{1D29D705-827D-4289-AFFE-219C81AF34D6}" presName="Name19" presStyleLbl="parChTrans1D2" presStyleIdx="2" presStyleCnt="3"/>
      <dgm:spPr/>
      <dgm:t>
        <a:bodyPr/>
        <a:lstStyle/>
        <a:p>
          <a:endParaRPr lang="en-US"/>
        </a:p>
      </dgm:t>
    </dgm:pt>
    <dgm:pt modelId="{70E5C2DF-59E7-469A-9D96-FAFF873DD22D}" type="pres">
      <dgm:prSet presAssocID="{7F41FD66-B45B-415C-BE62-5E3DE3C50847}" presName="Name21" presStyleCnt="0"/>
      <dgm:spPr/>
    </dgm:pt>
    <dgm:pt modelId="{6FB6F18D-27DB-4433-871A-E228E5A98796}" type="pres">
      <dgm:prSet presAssocID="{7F41FD66-B45B-415C-BE62-5E3DE3C50847}" presName="level2Shape" presStyleLbl="node2" presStyleIdx="2" presStyleCnt="3" custScaleX="76193" custScaleY="48806"/>
      <dgm:spPr/>
      <dgm:t>
        <a:bodyPr/>
        <a:lstStyle/>
        <a:p>
          <a:endParaRPr lang="en-US"/>
        </a:p>
      </dgm:t>
    </dgm:pt>
    <dgm:pt modelId="{892EB0CD-CD2F-40A4-B541-01B7A0F5736D}" type="pres">
      <dgm:prSet presAssocID="{7F41FD66-B45B-415C-BE62-5E3DE3C50847}" presName="hierChild3" presStyleCnt="0"/>
      <dgm:spPr/>
    </dgm:pt>
    <dgm:pt modelId="{AF74D5C3-66C9-44C6-B29F-E3EB2557A0E9}" type="pres">
      <dgm:prSet presAssocID="{1740BE2E-C3FB-4A53-8DC9-D9CFB37CF8D9}" presName="bgShapesFlow" presStyleCnt="0"/>
      <dgm:spPr/>
    </dgm:pt>
  </dgm:ptLst>
  <dgm:cxnLst>
    <dgm:cxn modelId="{DC5C484F-DCC5-4C9E-A32A-A4E19B2BD744}" srcId="{5E5CD5D4-268E-4947-A88E-2B65FC527CD7}" destId="{60C485F7-5295-424A-ABE8-FCB7404513F9}" srcOrd="0" destOrd="0" parTransId="{923592B2-B21B-418D-AE85-19CBF047EEA8}" sibTransId="{E2FE1F48-4EE9-4208-B8DB-0C7CF1C9A536}"/>
    <dgm:cxn modelId="{5AA7321D-3EFA-4C52-9300-BA3FA74C1D63}" type="presOf" srcId="{5CDF4749-C578-4346-803D-A8EDD592F91F}" destId="{2BD4436E-C306-4ABA-97D6-A16201D5F500}" srcOrd="0" destOrd="0" presId="urn:microsoft.com/office/officeart/2005/8/layout/hierarchy6"/>
    <dgm:cxn modelId="{7D1C0AE4-8332-4CA0-B838-C144DCD9103E}" type="presOf" srcId="{1740BE2E-C3FB-4A53-8DC9-D9CFB37CF8D9}" destId="{7096A027-7C4E-4DD9-96FE-4503E596378F}" srcOrd="0" destOrd="0" presId="urn:microsoft.com/office/officeart/2005/8/layout/hierarchy6"/>
    <dgm:cxn modelId="{DBBE0518-7F9D-401E-954F-5B6CB58691B4}" srcId="{5E5CD5D4-268E-4947-A88E-2B65FC527CD7}" destId="{5CDF4749-C578-4346-803D-A8EDD592F91F}" srcOrd="1" destOrd="0" parTransId="{20094B33-A4CC-4D7D-920F-6942CACA9137}" sibTransId="{FC19E4A1-6A02-4C31-8508-21E64FF71D4D}"/>
    <dgm:cxn modelId="{A135C617-7974-4BEB-B018-E3E461266A28}" type="presOf" srcId="{7F41FD66-B45B-415C-BE62-5E3DE3C50847}" destId="{6FB6F18D-27DB-4433-871A-E228E5A98796}" srcOrd="0" destOrd="0" presId="urn:microsoft.com/office/officeart/2005/8/layout/hierarchy6"/>
    <dgm:cxn modelId="{EA07ADB7-97FA-4891-8FD9-E2E8E4206E67}" type="presOf" srcId="{20094B33-A4CC-4D7D-920F-6942CACA9137}" destId="{12A19DE8-BBBE-412B-9A39-E0C3785F24BD}" srcOrd="0" destOrd="0" presId="urn:microsoft.com/office/officeart/2005/8/layout/hierarchy6"/>
    <dgm:cxn modelId="{08229576-366F-4214-B33C-4F674F0778A2}" type="presOf" srcId="{1D29D705-827D-4289-AFFE-219C81AF34D6}" destId="{776C4C13-620B-402F-A06F-87E1786A3F64}" srcOrd="0" destOrd="0" presId="urn:microsoft.com/office/officeart/2005/8/layout/hierarchy6"/>
    <dgm:cxn modelId="{C7D66667-FD43-49D4-BAA5-CAED89E10437}" srcId="{1740BE2E-C3FB-4A53-8DC9-D9CFB37CF8D9}" destId="{5E5CD5D4-268E-4947-A88E-2B65FC527CD7}" srcOrd="0" destOrd="0" parTransId="{6739B8F2-34FD-4F1D-8BEB-3A65CCE9447C}" sibTransId="{BFAE9F41-7E56-4C4C-BCE6-BA506E06469E}"/>
    <dgm:cxn modelId="{CC6DE1A6-8255-46C8-8031-6306BF2B6CF8}" srcId="{5E5CD5D4-268E-4947-A88E-2B65FC527CD7}" destId="{7F41FD66-B45B-415C-BE62-5E3DE3C50847}" srcOrd="2" destOrd="0" parTransId="{1D29D705-827D-4289-AFFE-219C81AF34D6}" sibTransId="{BFD6543B-ACF7-4AFD-B4F7-254875012C0E}"/>
    <dgm:cxn modelId="{9E7DEA8C-170A-4E98-AB3A-475278BA83BA}" type="presOf" srcId="{5E5CD5D4-268E-4947-A88E-2B65FC527CD7}" destId="{2CA935C1-9771-4A2A-BF2A-A7C7F94C7120}" srcOrd="0" destOrd="0" presId="urn:microsoft.com/office/officeart/2005/8/layout/hierarchy6"/>
    <dgm:cxn modelId="{F35CD58C-859A-4B6A-873C-793D0482FFDE}" type="presOf" srcId="{60C485F7-5295-424A-ABE8-FCB7404513F9}" destId="{C4A2B6EF-B08F-4F14-8828-00CA92D1BC83}" srcOrd="0" destOrd="0" presId="urn:microsoft.com/office/officeart/2005/8/layout/hierarchy6"/>
    <dgm:cxn modelId="{C15E9420-A030-4AED-99F4-A14D3D9F87F2}" type="presOf" srcId="{923592B2-B21B-418D-AE85-19CBF047EEA8}" destId="{1B5137FE-44E3-43A0-82E9-53A3CA94F0BC}" srcOrd="0" destOrd="0" presId="urn:microsoft.com/office/officeart/2005/8/layout/hierarchy6"/>
    <dgm:cxn modelId="{6D86C8DA-16D5-46F1-8E55-6C822D6FD315}" type="presParOf" srcId="{7096A027-7C4E-4DD9-96FE-4503E596378F}" destId="{75E582B3-DA7E-41C6-8398-3FA3C3BA340B}" srcOrd="0" destOrd="0" presId="urn:microsoft.com/office/officeart/2005/8/layout/hierarchy6"/>
    <dgm:cxn modelId="{2B20D5C7-B2DE-4A62-BBCC-7F09DB71F952}" type="presParOf" srcId="{75E582B3-DA7E-41C6-8398-3FA3C3BA340B}" destId="{561084DE-57D7-4B36-BA67-2E7CD9758E7A}" srcOrd="0" destOrd="0" presId="urn:microsoft.com/office/officeart/2005/8/layout/hierarchy6"/>
    <dgm:cxn modelId="{B373263A-4AB6-4B14-ACB0-CF7202F1A2DF}" type="presParOf" srcId="{561084DE-57D7-4B36-BA67-2E7CD9758E7A}" destId="{D2BC174C-9591-405A-AE0E-417944092BCA}" srcOrd="0" destOrd="0" presId="urn:microsoft.com/office/officeart/2005/8/layout/hierarchy6"/>
    <dgm:cxn modelId="{FE6F52CE-41CE-4AC9-AED9-4B159A9BE63E}" type="presParOf" srcId="{D2BC174C-9591-405A-AE0E-417944092BCA}" destId="{2CA935C1-9771-4A2A-BF2A-A7C7F94C7120}" srcOrd="0" destOrd="0" presId="urn:microsoft.com/office/officeart/2005/8/layout/hierarchy6"/>
    <dgm:cxn modelId="{3A6663F9-0D0F-451E-B158-9FBA694B4A1E}" type="presParOf" srcId="{D2BC174C-9591-405A-AE0E-417944092BCA}" destId="{DF52E54B-7EC6-40C3-A58F-F6E120DF7AEA}" srcOrd="1" destOrd="0" presId="urn:microsoft.com/office/officeart/2005/8/layout/hierarchy6"/>
    <dgm:cxn modelId="{DEC8E324-F2C3-4AD7-8C05-0D3901F5C515}" type="presParOf" srcId="{DF52E54B-7EC6-40C3-A58F-F6E120DF7AEA}" destId="{1B5137FE-44E3-43A0-82E9-53A3CA94F0BC}" srcOrd="0" destOrd="0" presId="urn:microsoft.com/office/officeart/2005/8/layout/hierarchy6"/>
    <dgm:cxn modelId="{DE9FFD13-C24C-4E58-BCBD-F8678ECB5526}" type="presParOf" srcId="{DF52E54B-7EC6-40C3-A58F-F6E120DF7AEA}" destId="{76B094B5-4A0D-428C-B314-B3CE69246C50}" srcOrd="1" destOrd="0" presId="urn:microsoft.com/office/officeart/2005/8/layout/hierarchy6"/>
    <dgm:cxn modelId="{2A6B77C8-4CF4-4F8A-B8A5-C146245EAB34}" type="presParOf" srcId="{76B094B5-4A0D-428C-B314-B3CE69246C50}" destId="{C4A2B6EF-B08F-4F14-8828-00CA92D1BC83}" srcOrd="0" destOrd="0" presId="urn:microsoft.com/office/officeart/2005/8/layout/hierarchy6"/>
    <dgm:cxn modelId="{D6C8A2F6-D2FE-4DE5-9F84-76E756BD0EFB}" type="presParOf" srcId="{76B094B5-4A0D-428C-B314-B3CE69246C50}" destId="{6C7C895C-5B5F-4EBC-AC5A-9A73E7E6958C}" srcOrd="1" destOrd="0" presId="urn:microsoft.com/office/officeart/2005/8/layout/hierarchy6"/>
    <dgm:cxn modelId="{6D81E81D-8C06-47D6-BC7C-07AC459E7421}" type="presParOf" srcId="{DF52E54B-7EC6-40C3-A58F-F6E120DF7AEA}" destId="{12A19DE8-BBBE-412B-9A39-E0C3785F24BD}" srcOrd="2" destOrd="0" presId="urn:microsoft.com/office/officeart/2005/8/layout/hierarchy6"/>
    <dgm:cxn modelId="{7AD018ED-E203-45EE-ACFE-86AD63284A54}" type="presParOf" srcId="{DF52E54B-7EC6-40C3-A58F-F6E120DF7AEA}" destId="{B70CE4CE-DDB8-4E28-8697-E53A7E920262}" srcOrd="3" destOrd="0" presId="urn:microsoft.com/office/officeart/2005/8/layout/hierarchy6"/>
    <dgm:cxn modelId="{DFDB8784-3439-4974-873F-A394F94FBD7B}" type="presParOf" srcId="{B70CE4CE-DDB8-4E28-8697-E53A7E920262}" destId="{2BD4436E-C306-4ABA-97D6-A16201D5F500}" srcOrd="0" destOrd="0" presId="urn:microsoft.com/office/officeart/2005/8/layout/hierarchy6"/>
    <dgm:cxn modelId="{8D904EA0-93FA-4140-A7BB-77877651F76E}" type="presParOf" srcId="{B70CE4CE-DDB8-4E28-8697-E53A7E920262}" destId="{0F996E9D-D8EB-4D3A-96E7-1F607E4E810B}" srcOrd="1" destOrd="0" presId="urn:microsoft.com/office/officeart/2005/8/layout/hierarchy6"/>
    <dgm:cxn modelId="{95654DB7-1090-4C59-961D-782870B89A51}" type="presParOf" srcId="{DF52E54B-7EC6-40C3-A58F-F6E120DF7AEA}" destId="{776C4C13-620B-402F-A06F-87E1786A3F64}" srcOrd="4" destOrd="0" presId="urn:microsoft.com/office/officeart/2005/8/layout/hierarchy6"/>
    <dgm:cxn modelId="{4260D332-4723-4872-BDAF-2E0CFCD6DE66}" type="presParOf" srcId="{DF52E54B-7EC6-40C3-A58F-F6E120DF7AEA}" destId="{70E5C2DF-59E7-469A-9D96-FAFF873DD22D}" srcOrd="5" destOrd="0" presId="urn:microsoft.com/office/officeart/2005/8/layout/hierarchy6"/>
    <dgm:cxn modelId="{1F1EC472-8AB8-4076-BC41-4956A0001BE7}" type="presParOf" srcId="{70E5C2DF-59E7-469A-9D96-FAFF873DD22D}" destId="{6FB6F18D-27DB-4433-871A-E228E5A98796}" srcOrd="0" destOrd="0" presId="urn:microsoft.com/office/officeart/2005/8/layout/hierarchy6"/>
    <dgm:cxn modelId="{7E51F34C-B21B-4697-8D79-3DCF7ECDEBEF}" type="presParOf" srcId="{70E5C2DF-59E7-469A-9D96-FAFF873DD22D}" destId="{892EB0CD-CD2F-40A4-B541-01B7A0F5736D}" srcOrd="1" destOrd="0" presId="urn:microsoft.com/office/officeart/2005/8/layout/hierarchy6"/>
    <dgm:cxn modelId="{A1AC8680-D06F-4F69-9A5E-882E6D7E0957}" type="presParOf" srcId="{7096A027-7C4E-4DD9-96FE-4503E596378F}" destId="{AF74D5C3-66C9-44C6-B29F-E3EB2557A0E9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935C1-9771-4A2A-BF2A-A7C7F94C7120}">
      <dsp:nvSpPr>
        <dsp:cNvPr id="0" name=""/>
        <dsp:cNvSpPr/>
      </dsp:nvSpPr>
      <dsp:spPr>
        <a:xfrm>
          <a:off x="2238368" y="699743"/>
          <a:ext cx="2028838" cy="6279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MicroStrategy Architecture</a:t>
          </a:r>
          <a:endParaRPr lang="en-US" sz="1600" b="1" kern="1200" dirty="0"/>
        </a:p>
      </dsp:txBody>
      <dsp:txXfrm>
        <a:off x="2256759" y="718134"/>
        <a:ext cx="1992056" cy="591141"/>
      </dsp:txXfrm>
    </dsp:sp>
    <dsp:sp modelId="{1B5137FE-44E3-43A0-82E9-53A3CA94F0BC}">
      <dsp:nvSpPr>
        <dsp:cNvPr id="0" name=""/>
        <dsp:cNvSpPr/>
      </dsp:nvSpPr>
      <dsp:spPr>
        <a:xfrm>
          <a:off x="1057132" y="1327667"/>
          <a:ext cx="2195654" cy="369598"/>
        </a:xfrm>
        <a:custGeom>
          <a:avLst/>
          <a:gdLst/>
          <a:ahLst/>
          <a:cxnLst/>
          <a:rect l="0" t="0" r="0" b="0"/>
          <a:pathLst>
            <a:path>
              <a:moveTo>
                <a:pt x="2195654" y="0"/>
              </a:moveTo>
              <a:lnTo>
                <a:pt x="2195654" y="184799"/>
              </a:lnTo>
              <a:lnTo>
                <a:pt x="0" y="184799"/>
              </a:lnTo>
              <a:lnTo>
                <a:pt x="0" y="36959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A2B6EF-B08F-4F14-8828-00CA92D1BC83}">
      <dsp:nvSpPr>
        <dsp:cNvPr id="0" name=""/>
        <dsp:cNvSpPr/>
      </dsp:nvSpPr>
      <dsp:spPr>
        <a:xfrm>
          <a:off x="252619" y="1697265"/>
          <a:ext cx="1609026" cy="4229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2-Tier</a:t>
          </a:r>
          <a:endParaRPr lang="en-US" sz="1600" b="1" kern="1200" dirty="0"/>
        </a:p>
      </dsp:txBody>
      <dsp:txXfrm>
        <a:off x="265008" y="1709654"/>
        <a:ext cx="1584248" cy="398200"/>
      </dsp:txXfrm>
    </dsp:sp>
    <dsp:sp modelId="{12A19DE8-BBBE-412B-9A39-E0C3785F24BD}">
      <dsp:nvSpPr>
        <dsp:cNvPr id="0" name=""/>
        <dsp:cNvSpPr/>
      </dsp:nvSpPr>
      <dsp:spPr>
        <a:xfrm>
          <a:off x="3207067" y="1327667"/>
          <a:ext cx="91440" cy="3695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4799"/>
              </a:lnTo>
              <a:lnTo>
                <a:pt x="46142" y="184799"/>
              </a:lnTo>
              <a:lnTo>
                <a:pt x="46142" y="36959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D4436E-C306-4ABA-97D6-A16201D5F500}">
      <dsp:nvSpPr>
        <dsp:cNvPr id="0" name=""/>
        <dsp:cNvSpPr/>
      </dsp:nvSpPr>
      <dsp:spPr>
        <a:xfrm>
          <a:off x="2494846" y="1697265"/>
          <a:ext cx="1516726" cy="4436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3-Tier</a:t>
          </a:r>
          <a:endParaRPr lang="en-US" sz="1600" b="1" kern="1200" dirty="0"/>
        </a:p>
      </dsp:txBody>
      <dsp:txXfrm>
        <a:off x="2507841" y="1710260"/>
        <a:ext cx="1490736" cy="417685"/>
      </dsp:txXfrm>
    </dsp:sp>
    <dsp:sp modelId="{776C4C13-620B-402F-A06F-87E1786A3F64}">
      <dsp:nvSpPr>
        <dsp:cNvPr id="0" name=""/>
        <dsp:cNvSpPr/>
      </dsp:nvSpPr>
      <dsp:spPr>
        <a:xfrm>
          <a:off x="3252787" y="1327667"/>
          <a:ext cx="2196076" cy="369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799"/>
              </a:lnTo>
              <a:lnTo>
                <a:pt x="2196076" y="184799"/>
              </a:lnTo>
              <a:lnTo>
                <a:pt x="2196076" y="36959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B6F18D-27DB-4433-871A-E228E5A98796}">
      <dsp:nvSpPr>
        <dsp:cNvPr id="0" name=""/>
        <dsp:cNvSpPr/>
      </dsp:nvSpPr>
      <dsp:spPr>
        <a:xfrm>
          <a:off x="4644773" y="1697265"/>
          <a:ext cx="1608181" cy="4509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4-Tier</a:t>
          </a:r>
          <a:endParaRPr lang="en-US" sz="1600" b="1" kern="1200" dirty="0"/>
        </a:p>
      </dsp:txBody>
      <dsp:txXfrm>
        <a:off x="4657981" y="1710473"/>
        <a:ext cx="1581765" cy="424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16133"/>
            <a:ext cx="3505200" cy="1734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6" y="2031357"/>
            <a:ext cx="3313355" cy="127662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6" y="3315811"/>
            <a:ext cx="3309803" cy="945472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42424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137622"/>
            <a:ext cx="2133600" cy="563236"/>
          </a:xfrm>
        </p:spPr>
        <p:txBody>
          <a:bodyPr anchor="b"/>
          <a:lstStyle>
            <a:lvl1pPr algn="l">
              <a:defRPr sz="1800"/>
            </a:lvl1pPr>
          </a:lstStyle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4289976"/>
            <a:ext cx="2831592" cy="273844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7" y="4289976"/>
            <a:ext cx="643666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6" y="2175623"/>
            <a:ext cx="6637468" cy="1021556"/>
          </a:xfrm>
        </p:spPr>
        <p:txBody>
          <a:bodyPr anchor="b"/>
          <a:lstStyle>
            <a:lvl1pPr algn="l">
              <a:defRPr sz="3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6" y="3200401"/>
            <a:ext cx="6637467" cy="1140310"/>
          </a:xfrm>
        </p:spPr>
        <p:txBody>
          <a:bodyPr anchor="t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1735074"/>
            <a:ext cx="3419856" cy="26197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1735073"/>
            <a:ext cx="3419856" cy="26197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2" y="1737007"/>
            <a:ext cx="3057148" cy="47982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231022"/>
            <a:ext cx="3419856" cy="212684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8" y="1737007"/>
            <a:ext cx="3055717" cy="47982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231022"/>
            <a:ext cx="3419856" cy="212684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5" y="642395"/>
            <a:ext cx="3090440" cy="3863051"/>
          </a:xfrm>
        </p:spPr>
        <p:txBody>
          <a:bodyPr/>
          <a:lstStyle>
            <a:lvl1pPr>
              <a:defRPr sz="1800"/>
            </a:lvl1pPr>
            <a:lvl2pPr>
              <a:defRPr sz="1700"/>
            </a:lvl2pPr>
            <a:lvl3pPr>
              <a:defRPr sz="1500"/>
            </a:lvl3pPr>
            <a:lvl4pPr>
              <a:defRPr sz="140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1993077"/>
            <a:ext cx="3304572" cy="109736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3" y="3102746"/>
            <a:ext cx="3298784" cy="113842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2424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1995678"/>
            <a:ext cx="3300984" cy="109728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9" y="520346"/>
            <a:ext cx="3359623" cy="4101084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1" y="3099817"/>
            <a:ext cx="3300573" cy="113967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2424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772610"/>
            <a:ext cx="1484453" cy="3585258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7" y="772610"/>
            <a:ext cx="5423704" cy="358525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51435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250116"/>
            <a:ext cx="8229600" cy="46392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16133"/>
            <a:ext cx="3679116" cy="52443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770748"/>
            <a:ext cx="7024744" cy="85725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3" y="1742739"/>
            <a:ext cx="6777317" cy="263173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168370"/>
            <a:ext cx="21336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rgbClr val="FEFEFE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4389121"/>
            <a:ext cx="3502152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rgbClr val="FEFEFE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0574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480060" indent="-20574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7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843534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99441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138428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100" kern="1200">
          <a:solidFill>
            <a:schemeClr val="tx2"/>
          </a:solidFill>
          <a:latin typeface="+mn-lt"/>
          <a:ea typeface="+mn-ea"/>
          <a:cs typeface="+mn-cs"/>
        </a:defRPr>
      </a:lvl6pPr>
      <a:lvl7pPr marL="1289304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100" kern="1200">
          <a:solidFill>
            <a:schemeClr val="tx2"/>
          </a:solidFill>
          <a:latin typeface="+mn-lt"/>
          <a:ea typeface="+mn-ea"/>
          <a:cs typeface="+mn-cs"/>
        </a:defRPr>
      </a:lvl7pPr>
      <a:lvl8pPr marL="144018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100" kern="1200">
          <a:solidFill>
            <a:schemeClr val="tx2"/>
          </a:solidFill>
          <a:latin typeface="+mn-lt"/>
          <a:ea typeface="+mn-ea"/>
          <a:cs typeface="+mn-cs"/>
        </a:defRPr>
      </a:lvl8pPr>
      <a:lvl9pPr marL="1591056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1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70748"/>
            <a:ext cx="7024744" cy="565683"/>
          </a:xfrm>
        </p:spPr>
        <p:txBody>
          <a:bodyPr/>
          <a:lstStyle/>
          <a:p>
            <a:r>
              <a:rPr lang="en-US" b="1" dirty="0" smtClean="0"/>
              <a:t>Agenda</a:t>
            </a:r>
            <a:endParaRPr lang="en-US" b="1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45553071"/>
              </p:ext>
            </p:extLst>
          </p:nvPr>
        </p:nvGraphicFramePr>
        <p:xfrm>
          <a:off x="1066799" y="1114425"/>
          <a:ext cx="6505575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938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81025"/>
            <a:ext cx="7315200" cy="3981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85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578" y="646923"/>
            <a:ext cx="7024744" cy="648477"/>
          </a:xfrm>
        </p:spPr>
        <p:txBody>
          <a:bodyPr/>
          <a:lstStyle/>
          <a:p>
            <a:r>
              <a:rPr lang="en-US" b="1" dirty="0" smtClean="0"/>
              <a:t>2-Tier Architecture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904875" y="2305050"/>
            <a:ext cx="1409700" cy="685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MicroStrategy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343275" y="1733550"/>
            <a:ext cx="1209675" cy="7524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ODBC to Metadata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33750" y="3371850"/>
            <a:ext cx="1219200" cy="762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ODBC to DWH</a:t>
            </a:r>
            <a:endParaRPr lang="en-US" dirty="0"/>
          </a:p>
        </p:txBody>
      </p:sp>
      <p:sp>
        <p:nvSpPr>
          <p:cNvPr id="10" name="Flowchart: Magnetic Disk 9"/>
          <p:cNvSpPr/>
          <p:nvPr/>
        </p:nvSpPr>
        <p:spPr>
          <a:xfrm>
            <a:off x="5962650" y="1352550"/>
            <a:ext cx="971550" cy="1295399"/>
          </a:xfrm>
          <a:prstGeom prst="flowChartMagneticDisk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Metadata</a:t>
            </a:r>
            <a:endParaRPr lang="en-US" sz="1200" dirty="0"/>
          </a:p>
        </p:txBody>
      </p:sp>
      <p:sp>
        <p:nvSpPr>
          <p:cNvPr id="13" name="Flowchart: Magnetic Disk 12"/>
          <p:cNvSpPr/>
          <p:nvPr/>
        </p:nvSpPr>
        <p:spPr>
          <a:xfrm>
            <a:off x="6000750" y="3219450"/>
            <a:ext cx="933450" cy="1066800"/>
          </a:xfrm>
          <a:prstGeom prst="flowChartMagneticDisk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DWH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643062" y="1914525"/>
            <a:ext cx="1624013" cy="27622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714500" y="3095625"/>
            <a:ext cx="1552575" cy="609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724400" y="2109787"/>
            <a:ext cx="115252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724400" y="3705225"/>
            <a:ext cx="1152525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17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578" y="646923"/>
            <a:ext cx="7024744" cy="648477"/>
          </a:xfrm>
        </p:spPr>
        <p:txBody>
          <a:bodyPr/>
          <a:lstStyle/>
          <a:p>
            <a:r>
              <a:rPr lang="en-US" b="1" dirty="0"/>
              <a:t>3</a:t>
            </a:r>
            <a:r>
              <a:rPr lang="en-US" b="1" dirty="0" smtClean="0"/>
              <a:t>-Tier Architecture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904875" y="1766884"/>
            <a:ext cx="1409700" cy="685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MicroStrategy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409950" y="2271711"/>
            <a:ext cx="1209675" cy="7524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Intelligent Server</a:t>
            </a:r>
            <a:endParaRPr lang="en-US" dirty="0"/>
          </a:p>
        </p:txBody>
      </p:sp>
      <p:sp>
        <p:nvSpPr>
          <p:cNvPr id="10" name="Flowchart: Magnetic Disk 9"/>
          <p:cNvSpPr/>
          <p:nvPr/>
        </p:nvSpPr>
        <p:spPr>
          <a:xfrm>
            <a:off x="5962650" y="1352550"/>
            <a:ext cx="971550" cy="1295399"/>
          </a:xfrm>
          <a:prstGeom prst="flowChartMagneticDisk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Metadata</a:t>
            </a:r>
            <a:endParaRPr lang="en-US" sz="1200" dirty="0"/>
          </a:p>
        </p:txBody>
      </p:sp>
      <p:sp>
        <p:nvSpPr>
          <p:cNvPr id="13" name="Flowchart: Magnetic Disk 12"/>
          <p:cNvSpPr/>
          <p:nvPr/>
        </p:nvSpPr>
        <p:spPr>
          <a:xfrm>
            <a:off x="6000750" y="3095624"/>
            <a:ext cx="933450" cy="1247775"/>
          </a:xfrm>
          <a:prstGeom prst="flowChartMagneticDisk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DWH</a:t>
            </a:r>
            <a:endParaRPr lang="en-US" dirty="0"/>
          </a:p>
        </p:txBody>
      </p:sp>
      <p:cxnSp>
        <p:nvCxnSpPr>
          <p:cNvPr id="15" name="Straight Arrow Connector 14"/>
          <p:cNvCxnSpPr>
            <a:endCxn id="7" idx="1"/>
          </p:cNvCxnSpPr>
          <p:nvPr/>
        </p:nvCxnSpPr>
        <p:spPr>
          <a:xfrm flipV="1">
            <a:off x="2324100" y="2647949"/>
            <a:ext cx="1085850" cy="10287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0" idx="2"/>
          </p:cNvCxnSpPr>
          <p:nvPr/>
        </p:nvCxnSpPr>
        <p:spPr>
          <a:xfrm flipV="1">
            <a:off x="4619625" y="2000250"/>
            <a:ext cx="1343025" cy="6429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3" idx="2"/>
          </p:cNvCxnSpPr>
          <p:nvPr/>
        </p:nvCxnSpPr>
        <p:spPr>
          <a:xfrm>
            <a:off x="4667250" y="2752725"/>
            <a:ext cx="1333500" cy="9667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4400" y="3195636"/>
            <a:ext cx="1409700" cy="685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MicroStrategy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324100" y="2109784"/>
            <a:ext cx="1085850" cy="3429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62225" y="2452684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TCP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995862" y="2517866"/>
            <a:ext cx="966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ODBC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9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290" y="570723"/>
            <a:ext cx="7024744" cy="629427"/>
          </a:xfrm>
        </p:spPr>
        <p:txBody>
          <a:bodyPr/>
          <a:lstStyle/>
          <a:p>
            <a:r>
              <a:rPr lang="en-US" dirty="0" smtClean="0"/>
              <a:t>4-Tier Architecture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338264"/>
            <a:ext cx="4505325" cy="324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217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2311</TotalTime>
  <Words>29</Words>
  <Application>Microsoft Office PowerPoint</Application>
  <PresentationFormat>On-screen Show (16:9)</PresentationFormat>
  <Paragraphs>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Austin</vt:lpstr>
      <vt:lpstr>Agenda</vt:lpstr>
      <vt:lpstr>PowerPoint Presentation</vt:lpstr>
      <vt:lpstr>2-Tier Architecture</vt:lpstr>
      <vt:lpstr>3-Tier Architecture</vt:lpstr>
      <vt:lpstr>4-Tier Architecture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qureshi</dc:creator>
  <cp:lastModifiedBy>Windows User</cp:lastModifiedBy>
  <cp:revision>174</cp:revision>
  <dcterms:created xsi:type="dcterms:W3CDTF">2014-08-26T23:52:37Z</dcterms:created>
  <dcterms:modified xsi:type="dcterms:W3CDTF">2019-09-19T05:19:09Z</dcterms:modified>
</cp:coreProperties>
</file>